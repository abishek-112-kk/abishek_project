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aira Semi Condensed"/>
      <p:regular r:id="rId201317"/>
    </p:embeddedFont>
    <p:embeddedFont>
      <p:font typeface="Saira Semi Condensed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1041400"/>
            <a:ext cx="7111822" cy="5516860"/>
          </a:xfrm>
          <a:prstGeom prst="roundRect">
            <a:avLst>
              <a:gd name="adj" fmla="val 483"/>
            </a:avLst>
          </a:prstGeom>
          <a:solidFill>
            <a:srgbClr val="060412">
              <a:alpha val="7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6470" y="1436053"/>
            <a:ext cx="68324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01 — SUMMER INTERNSHIP PROJECT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06470" y="1969393"/>
            <a:ext cx="6222844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TITAN FITNESS</a:t>
            </a:r>
            <a:endParaRPr lang="en-US" sz="7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CENTER WEBSITE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1206470" y="5002709"/>
            <a:ext cx="2053479" cy="19050"/>
          </a:xfrm>
          <a:prstGeom prst="roundRect">
            <a:avLst>
              <a:gd name="adj" fmla="val 49999"/>
            </a:avLst>
          </a:prstGeom>
          <a:solidFill>
            <a:srgbClr val="0A3F46"/>
          </a:solidFill>
          <a:ln/>
        </p:spPr>
      </p:sp>
      <p:sp>
        <p:nvSpPr>
          <p:cNvPr id="6" name="Text 4"/>
          <p:cNvSpPr/>
          <p:nvPr/>
        </p:nvSpPr>
        <p:spPr>
          <a:xfrm>
            <a:off x="1206470" y="5229404"/>
            <a:ext cx="683242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Presented by: Abishek K · 810023205098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6470" y="5632549"/>
            <a:ext cx="6222844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B.Tech Information Technology · University College of Engineering, BIT Campus, Anna University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Fantasy Solution, Trichy · Academic Year 2025–2026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 — 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A LOCAL GYM NEEDED ONE CLEAR DIGITAL FRONT DOOR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2150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responsive website turns scattered discovery into one place to understand, compare, and 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69096"/>
            <a:ext cx="3620798" cy="19050"/>
          </a:xfrm>
          <a:prstGeom prst="roundRect">
            <a:avLst>
              <a:gd name="adj" fmla="val 49999"/>
            </a:avLst>
          </a:prstGeom>
          <a:solidFill>
            <a:srgbClr val="0A3F46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991346"/>
            <a:ext cx="5333867" cy="2005112"/>
          </a:xfrm>
          <a:prstGeom prst="roundRect">
            <a:avLst>
              <a:gd name="adj" fmla="val 570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8634" y="3010396"/>
            <a:ext cx="5295768" cy="5524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8" name="Shape 6"/>
          <p:cNvSpPr/>
          <p:nvPr/>
        </p:nvSpPr>
        <p:spPr>
          <a:xfrm>
            <a:off x="628634" y="3543796"/>
            <a:ext cx="5295768" cy="1905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9" name="Text 7"/>
          <p:cNvSpPr/>
          <p:nvPr/>
        </p:nvSpPr>
        <p:spPr>
          <a:xfrm>
            <a:off x="3220659" y="3143746"/>
            <a:ext cx="7212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6430" y="3636824"/>
            <a:ext cx="51370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BEFORE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430" y="3911402"/>
            <a:ext cx="49401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Information was difficult to find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6430" y="4306372"/>
            <a:ext cx="49401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Traditional promotion and direct inquiries made information difficult to find.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2991346"/>
            <a:ext cx="5333867" cy="2005112"/>
          </a:xfrm>
          <a:prstGeom prst="roundRect">
            <a:avLst>
              <a:gd name="adj" fmla="val 570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7293" y="3010396"/>
            <a:ext cx="5295768" cy="552450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7293" y="3543796"/>
            <a:ext cx="5295768" cy="19050"/>
          </a:xfrm>
          <a:prstGeom prst="rect">
            <a:avLst/>
          </a:prstGeom>
          <a:solidFill>
            <a:srgbClr val="23585F"/>
          </a:solidFill>
          <a:ln/>
        </p:spPr>
      </p:sp>
      <p:sp>
        <p:nvSpPr>
          <p:cNvPr id="16" name="Text 14"/>
          <p:cNvSpPr/>
          <p:nvPr/>
        </p:nvSpPr>
        <p:spPr>
          <a:xfrm>
            <a:off x="8832827" y="3143746"/>
            <a:ext cx="77428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EAF6FA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45089" y="3636824"/>
            <a:ext cx="513702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AFTER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5089" y="3911402"/>
            <a:ext cx="49401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One responsive website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5089" y="4306372"/>
            <a:ext cx="49401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Services, plans, trainers, schedules, and contact come together in one place.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5" y="5155208"/>
            <a:ext cx="10972526" cy="946646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21" name="Text 19"/>
          <p:cNvSpPr/>
          <p:nvPr/>
        </p:nvSpPr>
        <p:spPr>
          <a:xfrm>
            <a:off x="863578" y="5359360"/>
            <a:ext cx="1071853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PROJECT GOAL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3578" y="5654258"/>
            <a:ext cx="1071853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Create a modern, interactive, user-friendly platform for a fitness center.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939686" y="6466086"/>
            <a:ext cx="2520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82674"/>
            <a:ext cx="335271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 — PROJECT ARC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467729"/>
            <a:ext cx="2743131" cy="22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internship turned requirements into a working product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876678" y="2593578"/>
            <a:ext cx="6705432" cy="167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Analyze requirements and collect fitness-center content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Plan the page structure, colors, typography, and responsive behavior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Build reusable sections for navigation, hero, plans, programs, trainers, gallery, testimonials, FAQ, and contact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Add BMI calculation, WhatsApp, and click-to-call interactions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Test, optimize, document, and prepare the site for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935419" y="6466086"/>
            <a:ext cx="25627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 — TECHNOLOGY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REACT AND THE WEB STACK FORMED THE IMPLEMENTATION BACKBONE</a:t>
            </a:r>
            <a:endParaRPr lang="en-US" sz="5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17055"/>
            <a:ext cx="444489" cy="44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882206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HTML5 + CSS3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09585" y="3277176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Page structure, visual styling, and responsive layouts.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89" y="2317055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9489" y="2882206"/>
            <a:ext cx="340351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JavaScript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419489" y="3277176"/>
            <a:ext cx="340351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Validation, BMI calculation, navigation behavior, and interaction logic.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317055"/>
            <a:ext cx="444489" cy="44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27797" y="2882206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React.js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8127797" y="3277176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Reusable components and organized interface development.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075212"/>
            <a:ext cx="444489" cy="444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585" y="4640362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Bootstrap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09585" y="5035332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Responsive layout support and ready-to-use UI patterns.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489" y="4075212"/>
            <a:ext cx="444489" cy="444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19489" y="4640362"/>
            <a:ext cx="716262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GitHub + Vercel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4419489" y="5035332"/>
            <a:ext cx="71626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Version control and deployment workflow.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935618" y="6466086"/>
            <a:ext cx="25607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61264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 — PROPOSED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5516821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PROPOSED SYSTEM MAKES THE CUSTOMER JOURNEY EASIER TO ACT 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587055"/>
            <a:ext cx="5516821" cy="19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Home and About: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establish the gym’s identity and services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Programs and trainers: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make the offer tangible and personal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Membership plans: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present choices and benefits clearly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BMI calculator: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give visitors an immediate interactive touchpoint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Contact: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reduce friction through WhatsApp, phone, and inquiry options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5151011" cy="6858000"/>
          </a:xfrm>
          <a:prstGeom prst="rect">
            <a:avLst/>
          </a:prstGeom>
          <a:noFill/>
          <a:ln w="19050">
            <a:solidFill>
              <a:srgbClr val="2358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8328" y="1532235"/>
            <a:ext cx="4571886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88328" y="5139988"/>
            <a:ext cx="49033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Proposed system flowchart · supplied project evidence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934130" y="6466086"/>
            <a:ext cx="2575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 — FEATURE 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1097252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FEATURE SET BALANCES INFORMATION, MOTIVATION, AND CONVERSION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952055"/>
            <a:ext cx="5333867" cy="1495127"/>
          </a:xfrm>
          <a:prstGeom prst="roundRect">
            <a:avLst>
              <a:gd name="adj" fmla="val 764"/>
            </a:avLst>
          </a:prstGeom>
          <a:solidFill>
            <a:srgbClr val="0A3F4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181608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3476506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Responsive home and about sections, membership plans with benefits and comparison points.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952055"/>
            <a:ext cx="5333867" cy="1495127"/>
          </a:xfrm>
          <a:prstGeom prst="roundRect">
            <a:avLst>
              <a:gd name="adj" fmla="val 764"/>
            </a:avLst>
          </a:prstGeom>
          <a:solidFill>
            <a:srgbClr val="0A3F46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3181608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MOTIVATE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76838" y="3476506"/>
            <a:ext cx="487667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Fitness programs including weight loss, yoga, and CrossFit, supported by trainer profiles, workout schedules, gallery, testimonials, and FAQs.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4751983"/>
            <a:ext cx="10972526" cy="997446"/>
          </a:xfrm>
          <a:prstGeom prst="roundRect">
            <a:avLst>
              <a:gd name="adj" fmla="val 1146"/>
            </a:avLst>
          </a:prstGeom>
          <a:solidFill>
            <a:srgbClr val="0A3F46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981535"/>
            <a:ext cx="107439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CONVERT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8179" y="5276433"/>
            <a:ext cx="10743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Direct communication through WhatsApp and click-to-call.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936412" y="6466086"/>
            <a:ext cx="255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 — INTERACTIVE FEATURE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BMI CALCULATOR TURNS A STATIC PAGE INTO A USEFUL TOOL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2150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simple interaction creates a starting point for a fitness conversation.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229928"/>
            <a:ext cx="21944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FORMULA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20380"/>
            <a:ext cx="1965871" cy="569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32644" y="2954199"/>
            <a:ext cx="19658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032644" y="3228777"/>
            <a:ext cx="17372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Enter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032644" y="3623747"/>
            <a:ext cx="17372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Enter height and weight.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27110" y="2954199"/>
            <a:ext cx="19659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227110" y="3228777"/>
            <a:ext cx="17373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Validate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27110" y="3623747"/>
            <a:ext cx="17373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Validate the input values.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21674" y="2954199"/>
            <a:ext cx="19658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21674" y="3228777"/>
            <a:ext cx="17372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Calculate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421674" y="3623747"/>
            <a:ext cx="17372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Apply BMI = weight ÷ height².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16140" y="2954199"/>
            <a:ext cx="19659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616140" y="3228777"/>
            <a:ext cx="196597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Display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616140" y="3623747"/>
            <a:ext cx="196597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Display the calculated value and health category.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9585" y="4594423"/>
            <a:ext cx="10972526" cy="1372096"/>
          </a:xfrm>
          <a:custGeom>
            <a:avLst/>
            <a:gdLst/>
            <a:ahLst/>
            <a:cxnLst/>
            <a:rect l="l" t="t" r="r" b="b"/>
            <a:pathLst>
              <a:path w="10972526" h="1372096">
                <a:moveTo>
                  <a:pt x="0" y="0"/>
                </a:moveTo>
                <a:lnTo>
                  <a:pt x="10972526" y="0"/>
                </a:lnTo>
                <a:lnTo>
                  <a:pt x="10972526" y="1362571"/>
                </a:lnTo>
                <a:arcTo hR="9525" wR="9525" stAng="0" swAng="5400000"/>
                <a:lnTo>
                  <a:pt x="9525" y="1372096"/>
                </a:lnTo>
                <a:arcTo hR="9525" w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0A3F46"/>
          </a:solidFill>
          <a:ln/>
        </p:spPr>
      </p:sp>
      <p:sp>
        <p:nvSpPr>
          <p:cNvPr id="20" name="Text 17"/>
          <p:cNvSpPr/>
          <p:nvPr/>
        </p:nvSpPr>
        <p:spPr>
          <a:xfrm>
            <a:off x="838179" y="4823976"/>
            <a:ext cx="107439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38179" y="5098554"/>
            <a:ext cx="105153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Continue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38179" y="5493524"/>
            <a:ext cx="107439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 the result as a starting point for a fitness conversation.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797700" y="2724646"/>
            <a:ext cx="12700" cy="1869777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4" name="Shape 21"/>
          <p:cNvSpPr/>
          <p:nvPr/>
        </p:nvSpPr>
        <p:spPr>
          <a:xfrm>
            <a:off x="4992166" y="2724646"/>
            <a:ext cx="12700" cy="1869777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5" name="Shape 22"/>
          <p:cNvSpPr/>
          <p:nvPr/>
        </p:nvSpPr>
        <p:spPr>
          <a:xfrm>
            <a:off x="7186730" y="2724646"/>
            <a:ext cx="12700" cy="1869777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6" name="Shape 23"/>
          <p:cNvSpPr/>
          <p:nvPr/>
        </p:nvSpPr>
        <p:spPr>
          <a:xfrm>
            <a:off x="9381196" y="2724646"/>
            <a:ext cx="12700" cy="1869777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7" name="Shape 24"/>
          <p:cNvSpPr/>
          <p:nvPr/>
        </p:nvSpPr>
        <p:spPr>
          <a:xfrm>
            <a:off x="609585" y="4588073"/>
            <a:ext cx="10972526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8" name="Text 25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 — IMPLEMENTATION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IMPLEMENTATION FOLLOWED A REUSABLE, TESTABLE WORKFLOW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940870"/>
            <a:ext cx="5516821" cy="1919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Set up the React project and component structure.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Build navigation, hero, plans, programs, trainers, and contact sections.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Implement BMI logic and communication actions.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Refine responsive layouts and browser compatibility.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Optimize images, manage the GitHub repository, and deploy through Vercel.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684" y="3331270"/>
            <a:ext cx="5151011" cy="3526730"/>
          </a:xfrm>
          <a:prstGeom prst="rect">
            <a:avLst/>
          </a:prstGeom>
          <a:noFill/>
          <a:ln w="19050">
            <a:solidFill>
              <a:srgbClr val="2358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130" y="3502720"/>
            <a:ext cx="4063898" cy="279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12130" y="6500872"/>
            <a:ext cx="49795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Website implementation evidence · supplied project screenshot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933336" y="6466086"/>
            <a:ext cx="258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61264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 — VALIDATION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95608"/>
            <a:ext cx="5516821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TESTING CONFIRMED THE PROJECT’S PRACTICAL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941016"/>
            <a:ext cx="2682213" cy="1648222"/>
          </a:xfrm>
          <a:prstGeom prst="roundRect">
            <a:avLst>
              <a:gd name="adj" fmla="val 693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204541"/>
            <a:ext cx="21869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Functionality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7229" y="2599511"/>
            <a:ext cx="218692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Navigation, BMI validation, calculation, WhatsApp, and click-to-call.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44194" y="1941016"/>
            <a:ext cx="2682213" cy="1648222"/>
          </a:xfrm>
          <a:prstGeom prst="roundRect">
            <a:avLst>
              <a:gd name="adj" fmla="val 693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1837" y="2204541"/>
            <a:ext cx="21869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Responsiveness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91837" y="2599511"/>
            <a:ext cx="218692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Layout checks across desktop, tablet, and mobile screens.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3741638"/>
            <a:ext cx="2682213" cy="1897063"/>
          </a:xfrm>
          <a:prstGeom prst="roundRect">
            <a:avLst>
              <a:gd name="adj" fmla="val 602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29" y="4005163"/>
            <a:ext cx="21869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Performance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7229" y="4400133"/>
            <a:ext cx="21869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Image optimization and loading improvements.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44194" y="3741638"/>
            <a:ext cx="2682213" cy="1897063"/>
          </a:xfrm>
          <a:prstGeom prst="roundRect">
            <a:avLst>
              <a:gd name="adj" fmla="val 602"/>
            </a:avLst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1837" y="4005163"/>
            <a:ext cx="21869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Result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91837" y="4400133"/>
            <a:ext cx="2186925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professional, accessible, and scalable online presence for Titan Fitness Center.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40684" y="0"/>
            <a:ext cx="5151011" cy="6858000"/>
          </a:xfrm>
          <a:prstGeom prst="rect">
            <a:avLst/>
          </a:prstGeom>
          <a:noFill/>
          <a:ln w="19050">
            <a:solidFill>
              <a:srgbClr val="23585F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8328" y="295573"/>
            <a:ext cx="4655723" cy="60071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288328" y="6376650"/>
            <a:ext cx="49033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Result evidence · supplied project screenshot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936114" y="6466086"/>
            <a:ext cx="25558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4012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 — CLOSING OUTLOOK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763911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FOUNDATION IS READY FOR THE NEXT LAYER OF FITNESS SERVICES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3146623"/>
            <a:ext cx="3454314" cy="1743968"/>
          </a:xfrm>
          <a:prstGeom prst="roundRect">
            <a:avLst>
              <a:gd name="adj" fmla="val 655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3395226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DELIVERED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57229" y="3690124"/>
            <a:ext cx="29590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responsive and interactive fitness-center website.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1" y="3146623"/>
            <a:ext cx="3454314" cy="1743968"/>
          </a:xfrm>
          <a:prstGeom prst="roundRect">
            <a:avLst>
              <a:gd name="adj" fmla="val 655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6335" y="3395226"/>
            <a:ext cx="320667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SKILLS STRENGTHENED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6335" y="3690124"/>
            <a:ext cx="295902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React.js, HTML, CSS, JavaScript, UI/UX, GitHub, testing, and deployment.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3146623"/>
            <a:ext cx="3454314" cy="1743968"/>
          </a:xfrm>
          <a:prstGeom prst="rect">
            <a:avLst/>
          </a:prstGeom>
          <a:solidFill>
            <a:srgbClr val="0A3F46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3376176"/>
            <a:ext cx="32257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FUTURE SCOPE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356391" y="3671074"/>
            <a:ext cx="2997125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Login and registration, online payments, admin dashboard, MongoDB integration, workout tracking, and trainer booking.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4792" y="5174436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Thank you · Questions?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7895" y="6466086"/>
            <a:ext cx="226996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Titan Fitness Center Website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101" y="6466086"/>
            <a:ext cx="3045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2026-10-22T04:18:56Z</dcterms:created>
  <dcterms:modified xsi:type="dcterms:W3CDTF">2026-10-22T04:18:56Z</dcterms:modified>
</cp:coreProperties>
</file>